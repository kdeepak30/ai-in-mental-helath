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30275213" cy="21383625"/>
  <p:notesSz cx="6858000" cy="9144000"/>
  <p:defaultTextStyle>
    <a:defPPr>
      <a:defRPr lang="en-US"/>
    </a:defPPr>
    <a:lvl1pPr marL="0" algn="l" defTabSz="2479578" rtl="0" eaLnBrk="1" latinLnBrk="0" hangingPunct="1">
      <a:defRPr sz="4881" kern="1200">
        <a:solidFill>
          <a:schemeClr val="tx1"/>
        </a:solidFill>
        <a:latin typeface="+mn-lt"/>
        <a:ea typeface="+mn-ea"/>
        <a:cs typeface="+mn-cs"/>
      </a:defRPr>
    </a:lvl1pPr>
    <a:lvl2pPr marL="1239789" algn="l" defTabSz="2479578" rtl="0" eaLnBrk="1" latinLnBrk="0" hangingPunct="1">
      <a:defRPr sz="4881" kern="1200">
        <a:solidFill>
          <a:schemeClr val="tx1"/>
        </a:solidFill>
        <a:latin typeface="+mn-lt"/>
        <a:ea typeface="+mn-ea"/>
        <a:cs typeface="+mn-cs"/>
      </a:defRPr>
    </a:lvl2pPr>
    <a:lvl3pPr marL="2479578" algn="l" defTabSz="2479578" rtl="0" eaLnBrk="1" latinLnBrk="0" hangingPunct="1">
      <a:defRPr sz="4881" kern="1200">
        <a:solidFill>
          <a:schemeClr val="tx1"/>
        </a:solidFill>
        <a:latin typeface="+mn-lt"/>
        <a:ea typeface="+mn-ea"/>
        <a:cs typeface="+mn-cs"/>
      </a:defRPr>
    </a:lvl3pPr>
    <a:lvl4pPr marL="3719368" algn="l" defTabSz="2479578" rtl="0" eaLnBrk="1" latinLnBrk="0" hangingPunct="1">
      <a:defRPr sz="4881" kern="1200">
        <a:solidFill>
          <a:schemeClr val="tx1"/>
        </a:solidFill>
        <a:latin typeface="+mn-lt"/>
        <a:ea typeface="+mn-ea"/>
        <a:cs typeface="+mn-cs"/>
      </a:defRPr>
    </a:lvl4pPr>
    <a:lvl5pPr marL="4959157" algn="l" defTabSz="2479578" rtl="0" eaLnBrk="1" latinLnBrk="0" hangingPunct="1">
      <a:defRPr sz="4881" kern="1200">
        <a:solidFill>
          <a:schemeClr val="tx1"/>
        </a:solidFill>
        <a:latin typeface="+mn-lt"/>
        <a:ea typeface="+mn-ea"/>
        <a:cs typeface="+mn-cs"/>
      </a:defRPr>
    </a:lvl5pPr>
    <a:lvl6pPr marL="6198946" algn="l" defTabSz="2479578" rtl="0" eaLnBrk="1" latinLnBrk="0" hangingPunct="1">
      <a:defRPr sz="4881" kern="1200">
        <a:solidFill>
          <a:schemeClr val="tx1"/>
        </a:solidFill>
        <a:latin typeface="+mn-lt"/>
        <a:ea typeface="+mn-ea"/>
        <a:cs typeface="+mn-cs"/>
      </a:defRPr>
    </a:lvl6pPr>
    <a:lvl7pPr marL="7438735" algn="l" defTabSz="2479578" rtl="0" eaLnBrk="1" latinLnBrk="0" hangingPunct="1">
      <a:defRPr sz="4881" kern="1200">
        <a:solidFill>
          <a:schemeClr val="tx1"/>
        </a:solidFill>
        <a:latin typeface="+mn-lt"/>
        <a:ea typeface="+mn-ea"/>
        <a:cs typeface="+mn-cs"/>
      </a:defRPr>
    </a:lvl7pPr>
    <a:lvl8pPr marL="8678525" algn="l" defTabSz="2479578" rtl="0" eaLnBrk="1" latinLnBrk="0" hangingPunct="1">
      <a:defRPr sz="4881" kern="1200">
        <a:solidFill>
          <a:schemeClr val="tx1"/>
        </a:solidFill>
        <a:latin typeface="+mn-lt"/>
        <a:ea typeface="+mn-ea"/>
        <a:cs typeface="+mn-cs"/>
      </a:defRPr>
    </a:lvl8pPr>
    <a:lvl9pPr marL="9918314" algn="l" defTabSz="2479578" rtl="0" eaLnBrk="1" latinLnBrk="0" hangingPunct="1">
      <a:defRPr sz="488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5" userDrawn="1">
          <p15:clr>
            <a:srgbClr val="A4A3A4"/>
          </p15:clr>
        </p15:guide>
        <p15:guide id="2" pos="282" userDrawn="1">
          <p15:clr>
            <a:srgbClr val="A4A3A4"/>
          </p15:clr>
        </p15:guide>
        <p15:guide id="3" pos="9626" userDrawn="1">
          <p15:clr>
            <a:srgbClr val="A4A3A4"/>
          </p15:clr>
        </p15:guide>
        <p15:guide id="4" pos="18789" userDrawn="1">
          <p15:clr>
            <a:srgbClr val="A4A3A4"/>
          </p15:clr>
        </p15:guide>
        <p15:guide id="5" orient="horz" pos="13176" userDrawn="1">
          <p15:clr>
            <a:srgbClr val="A4A3A4"/>
          </p15:clr>
        </p15:guide>
        <p15:guide id="6" orient="horz" pos="78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882" autoAdjust="0"/>
    <p:restoredTop sz="95379" autoAdjust="0"/>
  </p:normalViewPr>
  <p:slideViewPr>
    <p:cSldViewPr snapToGrid="0" showGuides="1">
      <p:cViewPr>
        <p:scale>
          <a:sx n="50" d="100"/>
          <a:sy n="50" d="100"/>
        </p:scale>
        <p:origin x="-830" y="29"/>
      </p:cViewPr>
      <p:guideLst>
        <p:guide orient="horz" pos="1995"/>
        <p:guide pos="282"/>
        <p:guide pos="9626"/>
        <p:guide pos="18789"/>
        <p:guide orient="horz" pos="13176"/>
        <p:guide orient="horz" pos="780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FD3B-9DAB-73C1-F2A1-A7C4CC98F1F1}"/>
              </a:ext>
            </a:extLst>
          </p:cNvPr>
          <p:cNvSpPr>
            <a:spLocks noGrp="1"/>
          </p:cNvSpPr>
          <p:nvPr>
            <p:ph type="ctrTitle"/>
          </p:nvPr>
        </p:nvSpPr>
        <p:spPr>
          <a:xfrm>
            <a:off x="3784402" y="3499590"/>
            <a:ext cx="22706410" cy="7444669"/>
          </a:xfrm>
        </p:spPr>
        <p:txBody>
          <a:bodyPr anchor="b"/>
          <a:lstStyle>
            <a:lvl1pPr algn="ctr">
              <a:defRPr sz="14899"/>
            </a:lvl1pPr>
          </a:lstStyle>
          <a:p>
            <a:r>
              <a:rPr lang="en-US"/>
              <a:t>Click to edit Master title style</a:t>
            </a:r>
          </a:p>
        </p:txBody>
      </p:sp>
      <p:sp>
        <p:nvSpPr>
          <p:cNvPr id="3" name="Subtitle 2">
            <a:extLst>
              <a:ext uri="{FF2B5EF4-FFF2-40B4-BE49-F238E27FC236}">
                <a16:creationId xmlns:a16="http://schemas.microsoft.com/office/drawing/2014/main" id="{E90CCDF8-A8F1-DB3A-E769-E984AA99F650}"/>
              </a:ext>
            </a:extLst>
          </p:cNvPr>
          <p:cNvSpPr>
            <a:spLocks noGrp="1"/>
          </p:cNvSpPr>
          <p:nvPr>
            <p:ph type="subTitle" idx="1"/>
          </p:nvPr>
        </p:nvSpPr>
        <p:spPr>
          <a:xfrm>
            <a:off x="3784402" y="11231355"/>
            <a:ext cx="22706410" cy="5162758"/>
          </a:xfrm>
        </p:spPr>
        <p:txBody>
          <a:bodyPr/>
          <a:lstStyle>
            <a:lvl1pPr marL="0" indent="0" algn="ctr">
              <a:buNone/>
              <a:defRPr sz="5960"/>
            </a:lvl1pPr>
            <a:lvl2pPr marL="1135319" indent="0" algn="ctr">
              <a:buNone/>
              <a:defRPr sz="4966"/>
            </a:lvl2pPr>
            <a:lvl3pPr marL="2270638" indent="0" algn="ctr">
              <a:buNone/>
              <a:defRPr sz="4470"/>
            </a:lvl3pPr>
            <a:lvl4pPr marL="3405957" indent="0" algn="ctr">
              <a:buNone/>
              <a:defRPr sz="3973"/>
            </a:lvl4pPr>
            <a:lvl5pPr marL="4541276" indent="0" algn="ctr">
              <a:buNone/>
              <a:defRPr sz="3973"/>
            </a:lvl5pPr>
            <a:lvl6pPr marL="5676595" indent="0" algn="ctr">
              <a:buNone/>
              <a:defRPr sz="3973"/>
            </a:lvl6pPr>
            <a:lvl7pPr marL="6811914" indent="0" algn="ctr">
              <a:buNone/>
              <a:defRPr sz="3973"/>
            </a:lvl7pPr>
            <a:lvl8pPr marL="7947233" indent="0" algn="ctr">
              <a:buNone/>
              <a:defRPr sz="3973"/>
            </a:lvl8pPr>
            <a:lvl9pPr marL="9082552" indent="0" algn="ctr">
              <a:buNone/>
              <a:defRPr sz="3973"/>
            </a:lvl9pPr>
          </a:lstStyle>
          <a:p>
            <a:r>
              <a:rPr lang="en-US"/>
              <a:t>Click to edit Master subtitle style</a:t>
            </a:r>
          </a:p>
        </p:txBody>
      </p:sp>
      <p:sp>
        <p:nvSpPr>
          <p:cNvPr id="4" name="Date Placeholder 3">
            <a:extLst>
              <a:ext uri="{FF2B5EF4-FFF2-40B4-BE49-F238E27FC236}">
                <a16:creationId xmlns:a16="http://schemas.microsoft.com/office/drawing/2014/main" id="{AE8CA4C3-96C0-28F2-E4E5-46FBEC522185}"/>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5" name="Footer Placeholder 4">
            <a:extLst>
              <a:ext uri="{FF2B5EF4-FFF2-40B4-BE49-F238E27FC236}">
                <a16:creationId xmlns:a16="http://schemas.microsoft.com/office/drawing/2014/main" id="{6547E3C7-3B2A-630B-4CF2-D1CBA23EC4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CA8AE6-2673-D313-E245-05419E72551A}"/>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3413133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847D5-612D-A75D-0CFF-3CF6608673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67DCCD-D566-5491-A69C-C480A92FF6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29BE6A-F14D-E7B8-4E8D-3FB45D65BAB6}"/>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5" name="Footer Placeholder 4">
            <a:extLst>
              <a:ext uri="{FF2B5EF4-FFF2-40B4-BE49-F238E27FC236}">
                <a16:creationId xmlns:a16="http://schemas.microsoft.com/office/drawing/2014/main" id="{CC36FA8C-6718-08F9-78AC-9F54F61C17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B204F2-76A2-E208-DC16-86852D118826}"/>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1309295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86E6D-81B2-39D7-F6CA-1FDB8F3CDF75}"/>
              </a:ext>
            </a:extLst>
          </p:cNvPr>
          <p:cNvSpPr>
            <a:spLocks noGrp="1"/>
          </p:cNvSpPr>
          <p:nvPr>
            <p:ph type="title"/>
          </p:nvPr>
        </p:nvSpPr>
        <p:spPr>
          <a:xfrm>
            <a:off x="2065653" y="5331060"/>
            <a:ext cx="26112371" cy="8894992"/>
          </a:xfrm>
        </p:spPr>
        <p:txBody>
          <a:bodyPr anchor="b"/>
          <a:lstStyle>
            <a:lvl1pPr>
              <a:defRPr sz="14899"/>
            </a:lvl1pPr>
          </a:lstStyle>
          <a:p>
            <a:r>
              <a:rPr lang="en-US"/>
              <a:t>Click to edit Master title style</a:t>
            </a:r>
          </a:p>
        </p:txBody>
      </p:sp>
      <p:sp>
        <p:nvSpPr>
          <p:cNvPr id="3" name="Text Placeholder 2">
            <a:extLst>
              <a:ext uri="{FF2B5EF4-FFF2-40B4-BE49-F238E27FC236}">
                <a16:creationId xmlns:a16="http://schemas.microsoft.com/office/drawing/2014/main" id="{6ECF5A2F-32B2-9E6B-A955-A4B16F9173A8}"/>
              </a:ext>
            </a:extLst>
          </p:cNvPr>
          <p:cNvSpPr>
            <a:spLocks noGrp="1"/>
          </p:cNvSpPr>
          <p:nvPr>
            <p:ph type="body" idx="1"/>
          </p:nvPr>
        </p:nvSpPr>
        <p:spPr>
          <a:xfrm>
            <a:off x="2065653" y="14310202"/>
            <a:ext cx="26112371" cy="4677666"/>
          </a:xfrm>
        </p:spPr>
        <p:txBody>
          <a:bodyPr/>
          <a:lstStyle>
            <a:lvl1pPr marL="0" indent="0">
              <a:buNone/>
              <a:defRPr sz="5960">
                <a:solidFill>
                  <a:schemeClr val="tx1">
                    <a:tint val="82000"/>
                  </a:schemeClr>
                </a:solidFill>
              </a:defRPr>
            </a:lvl1pPr>
            <a:lvl2pPr marL="1135319" indent="0">
              <a:buNone/>
              <a:defRPr sz="4966">
                <a:solidFill>
                  <a:schemeClr val="tx1">
                    <a:tint val="82000"/>
                  </a:schemeClr>
                </a:solidFill>
              </a:defRPr>
            </a:lvl2pPr>
            <a:lvl3pPr marL="2270638" indent="0">
              <a:buNone/>
              <a:defRPr sz="4470">
                <a:solidFill>
                  <a:schemeClr val="tx1">
                    <a:tint val="82000"/>
                  </a:schemeClr>
                </a:solidFill>
              </a:defRPr>
            </a:lvl3pPr>
            <a:lvl4pPr marL="3405957" indent="0">
              <a:buNone/>
              <a:defRPr sz="3973">
                <a:solidFill>
                  <a:schemeClr val="tx1">
                    <a:tint val="82000"/>
                  </a:schemeClr>
                </a:solidFill>
              </a:defRPr>
            </a:lvl4pPr>
            <a:lvl5pPr marL="4541276" indent="0">
              <a:buNone/>
              <a:defRPr sz="3973">
                <a:solidFill>
                  <a:schemeClr val="tx1">
                    <a:tint val="82000"/>
                  </a:schemeClr>
                </a:solidFill>
              </a:defRPr>
            </a:lvl5pPr>
            <a:lvl6pPr marL="5676595" indent="0">
              <a:buNone/>
              <a:defRPr sz="3973">
                <a:solidFill>
                  <a:schemeClr val="tx1">
                    <a:tint val="82000"/>
                  </a:schemeClr>
                </a:solidFill>
              </a:defRPr>
            </a:lvl6pPr>
            <a:lvl7pPr marL="6811914" indent="0">
              <a:buNone/>
              <a:defRPr sz="3973">
                <a:solidFill>
                  <a:schemeClr val="tx1">
                    <a:tint val="82000"/>
                  </a:schemeClr>
                </a:solidFill>
              </a:defRPr>
            </a:lvl7pPr>
            <a:lvl8pPr marL="7947233" indent="0">
              <a:buNone/>
              <a:defRPr sz="3973">
                <a:solidFill>
                  <a:schemeClr val="tx1">
                    <a:tint val="82000"/>
                  </a:schemeClr>
                </a:solidFill>
              </a:defRPr>
            </a:lvl8pPr>
            <a:lvl9pPr marL="9082552" indent="0">
              <a:buNone/>
              <a:defRPr sz="3973">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99D4D6-D434-6ABC-0EB3-841B9677532D}"/>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5" name="Footer Placeholder 4">
            <a:extLst>
              <a:ext uri="{FF2B5EF4-FFF2-40B4-BE49-F238E27FC236}">
                <a16:creationId xmlns:a16="http://schemas.microsoft.com/office/drawing/2014/main" id="{8A3DBF90-D39D-DFEC-874D-EE2BF05793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8B8D75-1F9C-EFE9-A353-C7B6DF648589}"/>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371438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3C462-0DF7-5E50-159A-CF6B20B22F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4C5DAB-0B06-1EA5-F146-EF7855DF18E3}"/>
              </a:ext>
            </a:extLst>
          </p:cNvPr>
          <p:cNvSpPr>
            <a:spLocks noGrp="1"/>
          </p:cNvSpPr>
          <p:nvPr>
            <p:ph sz="half" idx="1"/>
          </p:nvPr>
        </p:nvSpPr>
        <p:spPr>
          <a:xfrm>
            <a:off x="2081421" y="5692400"/>
            <a:ext cx="12866966"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98EA67-57A7-B107-E7FA-B26FC66F3800}"/>
              </a:ext>
            </a:extLst>
          </p:cNvPr>
          <p:cNvSpPr>
            <a:spLocks noGrp="1"/>
          </p:cNvSpPr>
          <p:nvPr>
            <p:ph sz="half" idx="2"/>
          </p:nvPr>
        </p:nvSpPr>
        <p:spPr>
          <a:xfrm>
            <a:off x="15326826" y="5692400"/>
            <a:ext cx="12866966"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08DC1E-40A9-0FB1-43FA-66047720CC26}"/>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6" name="Footer Placeholder 5">
            <a:extLst>
              <a:ext uri="{FF2B5EF4-FFF2-40B4-BE49-F238E27FC236}">
                <a16:creationId xmlns:a16="http://schemas.microsoft.com/office/drawing/2014/main" id="{FADB1DC3-6881-1056-5C71-3580CF5D49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C3E0B9-64DA-E1CA-FC9C-60115307BAFA}"/>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2637303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2E2EB-7D63-FD36-F17E-597082AFAFE7}"/>
              </a:ext>
            </a:extLst>
          </p:cNvPr>
          <p:cNvSpPr>
            <a:spLocks noGrp="1"/>
          </p:cNvSpPr>
          <p:nvPr>
            <p:ph type="title"/>
          </p:nvPr>
        </p:nvSpPr>
        <p:spPr>
          <a:xfrm>
            <a:off x="2085364" y="1138482"/>
            <a:ext cx="26112371" cy="4133179"/>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6187BE-772B-DD93-D417-527DCF33677E}"/>
              </a:ext>
            </a:extLst>
          </p:cNvPr>
          <p:cNvSpPr>
            <a:spLocks noGrp="1"/>
          </p:cNvSpPr>
          <p:nvPr>
            <p:ph type="body" idx="1"/>
          </p:nvPr>
        </p:nvSpPr>
        <p:spPr>
          <a:xfrm>
            <a:off x="2085365" y="5241960"/>
            <a:ext cx="12807833" cy="2569003"/>
          </a:xfrm>
        </p:spPr>
        <p:txBody>
          <a:bodyPr anchor="b"/>
          <a:lstStyle>
            <a:lvl1pPr marL="0" indent="0">
              <a:buNone/>
              <a:defRPr sz="5960" b="1"/>
            </a:lvl1pPr>
            <a:lvl2pPr marL="1135319" indent="0">
              <a:buNone/>
              <a:defRPr sz="4966" b="1"/>
            </a:lvl2pPr>
            <a:lvl3pPr marL="2270638" indent="0">
              <a:buNone/>
              <a:defRPr sz="4470" b="1"/>
            </a:lvl3pPr>
            <a:lvl4pPr marL="3405957" indent="0">
              <a:buNone/>
              <a:defRPr sz="3973" b="1"/>
            </a:lvl4pPr>
            <a:lvl5pPr marL="4541276" indent="0">
              <a:buNone/>
              <a:defRPr sz="3973" b="1"/>
            </a:lvl5pPr>
            <a:lvl6pPr marL="5676595" indent="0">
              <a:buNone/>
              <a:defRPr sz="3973" b="1"/>
            </a:lvl6pPr>
            <a:lvl7pPr marL="6811914" indent="0">
              <a:buNone/>
              <a:defRPr sz="3973" b="1"/>
            </a:lvl7pPr>
            <a:lvl8pPr marL="7947233" indent="0">
              <a:buNone/>
              <a:defRPr sz="3973" b="1"/>
            </a:lvl8pPr>
            <a:lvl9pPr marL="9082552" indent="0">
              <a:buNone/>
              <a:defRPr sz="3973" b="1"/>
            </a:lvl9pPr>
          </a:lstStyle>
          <a:p>
            <a:pPr lvl="0"/>
            <a:r>
              <a:rPr lang="en-US"/>
              <a:t>Click to edit Master text styles</a:t>
            </a:r>
          </a:p>
        </p:txBody>
      </p:sp>
      <p:sp>
        <p:nvSpPr>
          <p:cNvPr id="4" name="Content Placeholder 3">
            <a:extLst>
              <a:ext uri="{FF2B5EF4-FFF2-40B4-BE49-F238E27FC236}">
                <a16:creationId xmlns:a16="http://schemas.microsoft.com/office/drawing/2014/main" id="{AD2CB63A-C1E8-C28C-FA08-AAD1FDB04B48}"/>
              </a:ext>
            </a:extLst>
          </p:cNvPr>
          <p:cNvSpPr>
            <a:spLocks noGrp="1"/>
          </p:cNvSpPr>
          <p:nvPr>
            <p:ph sz="half" idx="2"/>
          </p:nvPr>
        </p:nvSpPr>
        <p:spPr>
          <a:xfrm>
            <a:off x="2085365" y="7810963"/>
            <a:ext cx="12807833"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1BEB6A-74CB-239D-86B9-F09D42B18442}"/>
              </a:ext>
            </a:extLst>
          </p:cNvPr>
          <p:cNvSpPr>
            <a:spLocks noGrp="1"/>
          </p:cNvSpPr>
          <p:nvPr>
            <p:ph type="body" sz="quarter" idx="3"/>
          </p:nvPr>
        </p:nvSpPr>
        <p:spPr>
          <a:xfrm>
            <a:off x="15326827" y="5241960"/>
            <a:ext cx="12870909" cy="2569003"/>
          </a:xfrm>
        </p:spPr>
        <p:txBody>
          <a:bodyPr anchor="b"/>
          <a:lstStyle>
            <a:lvl1pPr marL="0" indent="0">
              <a:buNone/>
              <a:defRPr sz="5960" b="1"/>
            </a:lvl1pPr>
            <a:lvl2pPr marL="1135319" indent="0">
              <a:buNone/>
              <a:defRPr sz="4966" b="1"/>
            </a:lvl2pPr>
            <a:lvl3pPr marL="2270638" indent="0">
              <a:buNone/>
              <a:defRPr sz="4470" b="1"/>
            </a:lvl3pPr>
            <a:lvl4pPr marL="3405957" indent="0">
              <a:buNone/>
              <a:defRPr sz="3973" b="1"/>
            </a:lvl4pPr>
            <a:lvl5pPr marL="4541276" indent="0">
              <a:buNone/>
              <a:defRPr sz="3973" b="1"/>
            </a:lvl5pPr>
            <a:lvl6pPr marL="5676595" indent="0">
              <a:buNone/>
              <a:defRPr sz="3973" b="1"/>
            </a:lvl6pPr>
            <a:lvl7pPr marL="6811914" indent="0">
              <a:buNone/>
              <a:defRPr sz="3973" b="1"/>
            </a:lvl7pPr>
            <a:lvl8pPr marL="7947233" indent="0">
              <a:buNone/>
              <a:defRPr sz="3973" b="1"/>
            </a:lvl8pPr>
            <a:lvl9pPr marL="9082552" indent="0">
              <a:buNone/>
              <a:defRPr sz="3973" b="1"/>
            </a:lvl9pPr>
          </a:lstStyle>
          <a:p>
            <a:pPr lvl="0"/>
            <a:r>
              <a:rPr lang="en-US"/>
              <a:t>Click to edit Master text styles</a:t>
            </a:r>
          </a:p>
        </p:txBody>
      </p:sp>
      <p:sp>
        <p:nvSpPr>
          <p:cNvPr id="6" name="Content Placeholder 5">
            <a:extLst>
              <a:ext uri="{FF2B5EF4-FFF2-40B4-BE49-F238E27FC236}">
                <a16:creationId xmlns:a16="http://schemas.microsoft.com/office/drawing/2014/main" id="{6B58DF46-BAA2-A5D3-4A6E-B7394A16490E}"/>
              </a:ext>
            </a:extLst>
          </p:cNvPr>
          <p:cNvSpPr>
            <a:spLocks noGrp="1"/>
          </p:cNvSpPr>
          <p:nvPr>
            <p:ph sz="quarter" idx="4"/>
          </p:nvPr>
        </p:nvSpPr>
        <p:spPr>
          <a:xfrm>
            <a:off x="15326827" y="7810963"/>
            <a:ext cx="12870909"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62D87E-E487-49BA-07B4-FFC7826067D0}"/>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8" name="Footer Placeholder 7">
            <a:extLst>
              <a:ext uri="{FF2B5EF4-FFF2-40B4-BE49-F238E27FC236}">
                <a16:creationId xmlns:a16="http://schemas.microsoft.com/office/drawing/2014/main" id="{4EC89085-226C-6E33-813D-245901BA31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ACBC35-1478-8418-CD9E-2DCD9BD929F7}"/>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2123541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5A481-F285-219C-178D-233F386BEC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90C365-4A89-8761-CB2D-B966C8AB8C9A}"/>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4" name="Footer Placeholder 3">
            <a:extLst>
              <a:ext uri="{FF2B5EF4-FFF2-40B4-BE49-F238E27FC236}">
                <a16:creationId xmlns:a16="http://schemas.microsoft.com/office/drawing/2014/main" id="{69A6BB22-DE74-7E13-ADFC-CF63085D2E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301672-41C5-1502-4FD9-F3803C98D5E4}"/>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402668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153114-3092-1866-A275-815CA573F27E}"/>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3" name="Footer Placeholder 2">
            <a:extLst>
              <a:ext uri="{FF2B5EF4-FFF2-40B4-BE49-F238E27FC236}">
                <a16:creationId xmlns:a16="http://schemas.microsoft.com/office/drawing/2014/main" id="{34C28465-82B4-9A18-1603-02DCE70128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0EAC67-A285-595D-4D22-2BDFF4F1E4F6}"/>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796152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B5C3E-6008-6E5C-9CCA-53B19E7D1DFF}"/>
              </a:ext>
            </a:extLst>
          </p:cNvPr>
          <p:cNvSpPr>
            <a:spLocks noGrp="1"/>
          </p:cNvSpPr>
          <p:nvPr>
            <p:ph type="title"/>
          </p:nvPr>
        </p:nvSpPr>
        <p:spPr>
          <a:xfrm>
            <a:off x="2085366" y="1425575"/>
            <a:ext cx="9764543" cy="4989513"/>
          </a:xfrm>
        </p:spPr>
        <p:txBody>
          <a:bodyPr anchor="b"/>
          <a:lstStyle>
            <a:lvl1pPr>
              <a:defRPr sz="7946"/>
            </a:lvl1pPr>
          </a:lstStyle>
          <a:p>
            <a:r>
              <a:rPr lang="en-US"/>
              <a:t>Click to edit Master title style</a:t>
            </a:r>
          </a:p>
        </p:txBody>
      </p:sp>
      <p:sp>
        <p:nvSpPr>
          <p:cNvPr id="3" name="Content Placeholder 2">
            <a:extLst>
              <a:ext uri="{FF2B5EF4-FFF2-40B4-BE49-F238E27FC236}">
                <a16:creationId xmlns:a16="http://schemas.microsoft.com/office/drawing/2014/main" id="{B69E3642-B683-1EF6-CDD4-0BB9BF400840}"/>
              </a:ext>
            </a:extLst>
          </p:cNvPr>
          <p:cNvSpPr>
            <a:spLocks noGrp="1"/>
          </p:cNvSpPr>
          <p:nvPr>
            <p:ph idx="1"/>
          </p:nvPr>
        </p:nvSpPr>
        <p:spPr>
          <a:xfrm>
            <a:off x="12870909" y="3078847"/>
            <a:ext cx="15326827" cy="15196234"/>
          </a:xfrm>
        </p:spPr>
        <p:txBody>
          <a:bodyPr/>
          <a:lstStyle>
            <a:lvl1pPr>
              <a:defRPr sz="7946"/>
            </a:lvl1pPr>
            <a:lvl2pPr>
              <a:defRPr sz="6953"/>
            </a:lvl2pPr>
            <a:lvl3pPr>
              <a:defRPr sz="5960"/>
            </a:lvl3pPr>
            <a:lvl4pPr>
              <a:defRPr sz="4966"/>
            </a:lvl4pPr>
            <a:lvl5pPr>
              <a:defRPr sz="4966"/>
            </a:lvl5pPr>
            <a:lvl6pPr>
              <a:defRPr sz="4966"/>
            </a:lvl6pPr>
            <a:lvl7pPr>
              <a:defRPr sz="4966"/>
            </a:lvl7pPr>
            <a:lvl8pPr>
              <a:defRPr sz="4966"/>
            </a:lvl8pPr>
            <a:lvl9pPr>
              <a:defRPr sz="49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287B1C-0A7D-5BFA-778D-C97AAD537B20}"/>
              </a:ext>
            </a:extLst>
          </p:cNvPr>
          <p:cNvSpPr>
            <a:spLocks noGrp="1"/>
          </p:cNvSpPr>
          <p:nvPr>
            <p:ph type="body" sz="half" idx="2"/>
          </p:nvPr>
        </p:nvSpPr>
        <p:spPr>
          <a:xfrm>
            <a:off x="2085366" y="6415088"/>
            <a:ext cx="9764543" cy="11884743"/>
          </a:xfrm>
        </p:spPr>
        <p:txBody>
          <a:bodyPr/>
          <a:lstStyle>
            <a:lvl1pPr marL="0" indent="0">
              <a:buNone/>
              <a:defRPr sz="3973"/>
            </a:lvl1pPr>
            <a:lvl2pPr marL="1135319" indent="0">
              <a:buNone/>
              <a:defRPr sz="3476"/>
            </a:lvl2pPr>
            <a:lvl3pPr marL="2270638" indent="0">
              <a:buNone/>
              <a:defRPr sz="2980"/>
            </a:lvl3pPr>
            <a:lvl4pPr marL="3405957" indent="0">
              <a:buNone/>
              <a:defRPr sz="2483"/>
            </a:lvl4pPr>
            <a:lvl5pPr marL="4541276" indent="0">
              <a:buNone/>
              <a:defRPr sz="2483"/>
            </a:lvl5pPr>
            <a:lvl6pPr marL="5676595" indent="0">
              <a:buNone/>
              <a:defRPr sz="2483"/>
            </a:lvl6pPr>
            <a:lvl7pPr marL="6811914" indent="0">
              <a:buNone/>
              <a:defRPr sz="2483"/>
            </a:lvl7pPr>
            <a:lvl8pPr marL="7947233" indent="0">
              <a:buNone/>
              <a:defRPr sz="2483"/>
            </a:lvl8pPr>
            <a:lvl9pPr marL="9082552" indent="0">
              <a:buNone/>
              <a:defRPr sz="2483"/>
            </a:lvl9pPr>
          </a:lstStyle>
          <a:p>
            <a:pPr lvl="0"/>
            <a:r>
              <a:rPr lang="en-US"/>
              <a:t>Click to edit Master text styles</a:t>
            </a:r>
          </a:p>
        </p:txBody>
      </p:sp>
      <p:sp>
        <p:nvSpPr>
          <p:cNvPr id="5" name="Date Placeholder 4">
            <a:extLst>
              <a:ext uri="{FF2B5EF4-FFF2-40B4-BE49-F238E27FC236}">
                <a16:creationId xmlns:a16="http://schemas.microsoft.com/office/drawing/2014/main" id="{E9CC70B3-F0F2-F8AE-5FC4-F836A908973A}"/>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6" name="Footer Placeholder 5">
            <a:extLst>
              <a:ext uri="{FF2B5EF4-FFF2-40B4-BE49-F238E27FC236}">
                <a16:creationId xmlns:a16="http://schemas.microsoft.com/office/drawing/2014/main" id="{CA414246-574E-AB95-71A4-AB68986FAA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A35968-4B21-4E0F-4176-7A86D545A2B1}"/>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4060292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05FEC-4B98-268B-6D0A-C14C04476FF8}"/>
              </a:ext>
            </a:extLst>
          </p:cNvPr>
          <p:cNvSpPr>
            <a:spLocks noGrp="1"/>
          </p:cNvSpPr>
          <p:nvPr>
            <p:ph type="title"/>
          </p:nvPr>
        </p:nvSpPr>
        <p:spPr>
          <a:xfrm>
            <a:off x="2085366" y="1425575"/>
            <a:ext cx="9764543" cy="4989513"/>
          </a:xfrm>
        </p:spPr>
        <p:txBody>
          <a:bodyPr anchor="b"/>
          <a:lstStyle>
            <a:lvl1pPr>
              <a:defRPr sz="7946"/>
            </a:lvl1pPr>
          </a:lstStyle>
          <a:p>
            <a:r>
              <a:rPr lang="en-US"/>
              <a:t>Click to edit Master title style</a:t>
            </a:r>
          </a:p>
        </p:txBody>
      </p:sp>
      <p:sp>
        <p:nvSpPr>
          <p:cNvPr id="3" name="Picture Placeholder 2">
            <a:extLst>
              <a:ext uri="{FF2B5EF4-FFF2-40B4-BE49-F238E27FC236}">
                <a16:creationId xmlns:a16="http://schemas.microsoft.com/office/drawing/2014/main" id="{27F88C01-A941-9B00-D9F2-5C004C90257D}"/>
              </a:ext>
            </a:extLst>
          </p:cNvPr>
          <p:cNvSpPr>
            <a:spLocks noGrp="1"/>
          </p:cNvSpPr>
          <p:nvPr>
            <p:ph type="pic" idx="1"/>
          </p:nvPr>
        </p:nvSpPr>
        <p:spPr>
          <a:xfrm>
            <a:off x="12870909" y="3078847"/>
            <a:ext cx="15326827" cy="15196234"/>
          </a:xfrm>
        </p:spPr>
        <p:txBody>
          <a:bodyPr/>
          <a:lstStyle>
            <a:lvl1pPr marL="0" indent="0">
              <a:buNone/>
              <a:defRPr sz="7946"/>
            </a:lvl1pPr>
            <a:lvl2pPr marL="1135319" indent="0">
              <a:buNone/>
              <a:defRPr sz="6953"/>
            </a:lvl2pPr>
            <a:lvl3pPr marL="2270638" indent="0">
              <a:buNone/>
              <a:defRPr sz="5960"/>
            </a:lvl3pPr>
            <a:lvl4pPr marL="3405957" indent="0">
              <a:buNone/>
              <a:defRPr sz="4966"/>
            </a:lvl4pPr>
            <a:lvl5pPr marL="4541276" indent="0">
              <a:buNone/>
              <a:defRPr sz="4966"/>
            </a:lvl5pPr>
            <a:lvl6pPr marL="5676595" indent="0">
              <a:buNone/>
              <a:defRPr sz="4966"/>
            </a:lvl6pPr>
            <a:lvl7pPr marL="6811914" indent="0">
              <a:buNone/>
              <a:defRPr sz="4966"/>
            </a:lvl7pPr>
            <a:lvl8pPr marL="7947233" indent="0">
              <a:buNone/>
              <a:defRPr sz="4966"/>
            </a:lvl8pPr>
            <a:lvl9pPr marL="9082552" indent="0">
              <a:buNone/>
              <a:defRPr sz="4966"/>
            </a:lvl9pPr>
          </a:lstStyle>
          <a:p>
            <a:endParaRPr lang="en-US"/>
          </a:p>
        </p:txBody>
      </p:sp>
      <p:sp>
        <p:nvSpPr>
          <p:cNvPr id="4" name="Text Placeholder 3">
            <a:extLst>
              <a:ext uri="{FF2B5EF4-FFF2-40B4-BE49-F238E27FC236}">
                <a16:creationId xmlns:a16="http://schemas.microsoft.com/office/drawing/2014/main" id="{799E7260-CCAA-ADAA-C6DB-95BCF3864374}"/>
              </a:ext>
            </a:extLst>
          </p:cNvPr>
          <p:cNvSpPr>
            <a:spLocks noGrp="1"/>
          </p:cNvSpPr>
          <p:nvPr>
            <p:ph type="body" sz="half" idx="2"/>
          </p:nvPr>
        </p:nvSpPr>
        <p:spPr>
          <a:xfrm>
            <a:off x="2085366" y="6415088"/>
            <a:ext cx="9764543" cy="11884743"/>
          </a:xfrm>
        </p:spPr>
        <p:txBody>
          <a:bodyPr/>
          <a:lstStyle>
            <a:lvl1pPr marL="0" indent="0">
              <a:buNone/>
              <a:defRPr sz="3973"/>
            </a:lvl1pPr>
            <a:lvl2pPr marL="1135319" indent="0">
              <a:buNone/>
              <a:defRPr sz="3476"/>
            </a:lvl2pPr>
            <a:lvl3pPr marL="2270638" indent="0">
              <a:buNone/>
              <a:defRPr sz="2980"/>
            </a:lvl3pPr>
            <a:lvl4pPr marL="3405957" indent="0">
              <a:buNone/>
              <a:defRPr sz="2483"/>
            </a:lvl4pPr>
            <a:lvl5pPr marL="4541276" indent="0">
              <a:buNone/>
              <a:defRPr sz="2483"/>
            </a:lvl5pPr>
            <a:lvl6pPr marL="5676595" indent="0">
              <a:buNone/>
              <a:defRPr sz="2483"/>
            </a:lvl6pPr>
            <a:lvl7pPr marL="6811914" indent="0">
              <a:buNone/>
              <a:defRPr sz="2483"/>
            </a:lvl7pPr>
            <a:lvl8pPr marL="7947233" indent="0">
              <a:buNone/>
              <a:defRPr sz="2483"/>
            </a:lvl8pPr>
            <a:lvl9pPr marL="9082552" indent="0">
              <a:buNone/>
              <a:defRPr sz="2483"/>
            </a:lvl9pPr>
          </a:lstStyle>
          <a:p>
            <a:pPr lvl="0"/>
            <a:r>
              <a:rPr lang="en-US"/>
              <a:t>Click to edit Master text styles</a:t>
            </a:r>
          </a:p>
        </p:txBody>
      </p:sp>
      <p:sp>
        <p:nvSpPr>
          <p:cNvPr id="5" name="Date Placeholder 4">
            <a:extLst>
              <a:ext uri="{FF2B5EF4-FFF2-40B4-BE49-F238E27FC236}">
                <a16:creationId xmlns:a16="http://schemas.microsoft.com/office/drawing/2014/main" id="{21F2A759-C84A-5250-3E5A-33BEC6FCC0C2}"/>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6" name="Footer Placeholder 5">
            <a:extLst>
              <a:ext uri="{FF2B5EF4-FFF2-40B4-BE49-F238E27FC236}">
                <a16:creationId xmlns:a16="http://schemas.microsoft.com/office/drawing/2014/main" id="{3FC4F04A-B614-AD34-1AA0-3F7BEF8917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958483-303B-04C8-E52D-62E872DB0171}"/>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2003854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A02FA-EB38-276E-D898-226BADFED0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8AFF57-FDE8-467A-65A6-AE33BF96C5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5A4FD0-CA7D-EEBB-AD29-209286955BF4}"/>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5" name="Footer Placeholder 4">
            <a:extLst>
              <a:ext uri="{FF2B5EF4-FFF2-40B4-BE49-F238E27FC236}">
                <a16:creationId xmlns:a16="http://schemas.microsoft.com/office/drawing/2014/main" id="{065984FF-3BCD-9D8A-5615-FBB7504D7F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E43AC6-882C-5F98-9EBB-89DA90F4F04F}"/>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208572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FDB7AB-ABC4-68AA-B0D8-E54E3655C626}"/>
              </a:ext>
            </a:extLst>
          </p:cNvPr>
          <p:cNvSpPr>
            <a:spLocks noGrp="1"/>
          </p:cNvSpPr>
          <p:nvPr>
            <p:ph type="title" orient="vert"/>
          </p:nvPr>
        </p:nvSpPr>
        <p:spPr>
          <a:xfrm>
            <a:off x="21665699" y="1138480"/>
            <a:ext cx="6528093" cy="18121634"/>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5FAEE0-36F0-7FE3-AC1F-E2ADD5600196}"/>
              </a:ext>
            </a:extLst>
          </p:cNvPr>
          <p:cNvSpPr>
            <a:spLocks noGrp="1"/>
          </p:cNvSpPr>
          <p:nvPr>
            <p:ph type="body" orient="vert" idx="1"/>
          </p:nvPr>
        </p:nvSpPr>
        <p:spPr>
          <a:xfrm>
            <a:off x="2081421" y="1138480"/>
            <a:ext cx="19205838" cy="181216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0A466-D090-DF2B-3F18-AEEE84FA97B5}"/>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5" name="Footer Placeholder 4">
            <a:extLst>
              <a:ext uri="{FF2B5EF4-FFF2-40B4-BE49-F238E27FC236}">
                <a16:creationId xmlns:a16="http://schemas.microsoft.com/office/drawing/2014/main" id="{3B7339FB-03C0-4EAE-6FFC-08423B52AB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FEED97-7117-6497-4990-A2FE999CC842}"/>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2221298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0E0B22-A89A-5973-E2DD-484FFBF406CC}"/>
              </a:ext>
            </a:extLst>
          </p:cNvPr>
          <p:cNvSpPr>
            <a:spLocks noGrp="1"/>
          </p:cNvSpPr>
          <p:nvPr>
            <p:ph type="title"/>
          </p:nvPr>
        </p:nvSpPr>
        <p:spPr>
          <a:xfrm>
            <a:off x="2081421" y="1138482"/>
            <a:ext cx="26112371" cy="413317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84D9E5-D5A3-E8B7-978C-BD51F2F5951A}"/>
              </a:ext>
            </a:extLst>
          </p:cNvPr>
          <p:cNvSpPr>
            <a:spLocks noGrp="1"/>
          </p:cNvSpPr>
          <p:nvPr>
            <p:ph type="body" idx="1"/>
          </p:nvPr>
        </p:nvSpPr>
        <p:spPr>
          <a:xfrm>
            <a:off x="2081421" y="5692400"/>
            <a:ext cx="26112371" cy="13567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E71214-3195-344B-A339-2D736B3F63E5}"/>
              </a:ext>
            </a:extLst>
          </p:cNvPr>
          <p:cNvSpPr>
            <a:spLocks noGrp="1"/>
          </p:cNvSpPr>
          <p:nvPr>
            <p:ph type="dt" sz="half" idx="2"/>
          </p:nvPr>
        </p:nvSpPr>
        <p:spPr>
          <a:xfrm>
            <a:off x="2081421" y="19819454"/>
            <a:ext cx="6811923" cy="1138480"/>
          </a:xfrm>
          <a:prstGeom prst="rect">
            <a:avLst/>
          </a:prstGeom>
        </p:spPr>
        <p:txBody>
          <a:bodyPr vert="horz" lIns="91440" tIns="45720" rIns="91440" bIns="45720" rtlCol="0" anchor="ctr"/>
          <a:lstStyle>
            <a:lvl1pPr algn="l">
              <a:defRPr sz="2980">
                <a:solidFill>
                  <a:schemeClr val="tx1">
                    <a:tint val="82000"/>
                  </a:schemeClr>
                </a:solidFill>
              </a:defRPr>
            </a:lvl1pPr>
          </a:lstStyle>
          <a:p>
            <a:fld id="{6FC0B953-D46D-4D2E-9843-C4483CF37FBB}" type="datetimeFigureOut">
              <a:rPr lang="en-US" smtClean="0"/>
              <a:t>11/13/2025</a:t>
            </a:fld>
            <a:endParaRPr lang="en-US"/>
          </a:p>
        </p:txBody>
      </p:sp>
      <p:sp>
        <p:nvSpPr>
          <p:cNvPr id="5" name="Footer Placeholder 4">
            <a:extLst>
              <a:ext uri="{FF2B5EF4-FFF2-40B4-BE49-F238E27FC236}">
                <a16:creationId xmlns:a16="http://schemas.microsoft.com/office/drawing/2014/main" id="{EDFBEE76-988C-4401-4A66-CBB1DBC99EDB}"/>
              </a:ext>
            </a:extLst>
          </p:cNvPr>
          <p:cNvSpPr>
            <a:spLocks noGrp="1"/>
          </p:cNvSpPr>
          <p:nvPr>
            <p:ph type="ftr" sz="quarter" idx="3"/>
          </p:nvPr>
        </p:nvSpPr>
        <p:spPr>
          <a:xfrm>
            <a:off x="10028665" y="19819454"/>
            <a:ext cx="10217884" cy="1138480"/>
          </a:xfrm>
          <a:prstGeom prst="rect">
            <a:avLst/>
          </a:prstGeom>
        </p:spPr>
        <p:txBody>
          <a:bodyPr vert="horz" lIns="91440" tIns="45720" rIns="91440" bIns="45720" rtlCol="0" anchor="ctr"/>
          <a:lstStyle>
            <a:lvl1pPr algn="ctr">
              <a:defRPr sz="298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858F0B-A953-CEEE-EC5C-1D1615E6E194}"/>
              </a:ext>
            </a:extLst>
          </p:cNvPr>
          <p:cNvSpPr>
            <a:spLocks noGrp="1"/>
          </p:cNvSpPr>
          <p:nvPr>
            <p:ph type="sldNum" sz="quarter" idx="4"/>
          </p:nvPr>
        </p:nvSpPr>
        <p:spPr>
          <a:xfrm>
            <a:off x="21381869" y="19819454"/>
            <a:ext cx="6811923" cy="1138480"/>
          </a:xfrm>
          <a:prstGeom prst="rect">
            <a:avLst/>
          </a:prstGeom>
        </p:spPr>
        <p:txBody>
          <a:bodyPr vert="horz" lIns="91440" tIns="45720" rIns="91440" bIns="45720" rtlCol="0" anchor="ctr"/>
          <a:lstStyle>
            <a:lvl1pPr algn="r">
              <a:defRPr sz="2980">
                <a:solidFill>
                  <a:schemeClr val="tx1">
                    <a:tint val="82000"/>
                  </a:schemeClr>
                </a:solidFill>
              </a:defRPr>
            </a:lvl1pPr>
          </a:lstStyle>
          <a:p>
            <a:fld id="{1FCDF8B1-6973-470E-AB28-235CA0F474B3}" type="slidenum">
              <a:rPr lang="en-US" smtClean="0"/>
              <a:t>‹#›</a:t>
            </a:fld>
            <a:endParaRPr lang="en-US"/>
          </a:p>
        </p:txBody>
      </p:sp>
    </p:spTree>
    <p:extLst>
      <p:ext uri="{BB962C8B-B14F-4D97-AF65-F5344CB8AC3E}">
        <p14:creationId xmlns:p14="http://schemas.microsoft.com/office/powerpoint/2010/main" val="16453211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2270638" rtl="0" eaLnBrk="1" latinLnBrk="0" hangingPunct="1">
        <a:lnSpc>
          <a:spcPct val="90000"/>
        </a:lnSpc>
        <a:spcBef>
          <a:spcPct val="0"/>
        </a:spcBef>
        <a:buNone/>
        <a:defRPr sz="10926" kern="1200">
          <a:solidFill>
            <a:schemeClr val="tx1"/>
          </a:solidFill>
          <a:latin typeface="+mj-lt"/>
          <a:ea typeface="+mj-ea"/>
          <a:cs typeface="+mj-cs"/>
        </a:defRPr>
      </a:lvl1pPr>
    </p:titleStyle>
    <p:bodyStyle>
      <a:lvl1pPr marL="567660" indent="-567660" algn="l" defTabSz="2270638" rtl="0" eaLnBrk="1" latinLnBrk="0" hangingPunct="1">
        <a:lnSpc>
          <a:spcPct val="90000"/>
        </a:lnSpc>
        <a:spcBef>
          <a:spcPts val="2483"/>
        </a:spcBef>
        <a:buFont typeface="Arial" panose="020B0604020202020204" pitchFamily="34" charset="0"/>
        <a:buChar char="•"/>
        <a:defRPr sz="6953" kern="1200">
          <a:solidFill>
            <a:schemeClr val="tx1"/>
          </a:solidFill>
          <a:latin typeface="+mn-lt"/>
          <a:ea typeface="+mn-ea"/>
          <a:cs typeface="+mn-cs"/>
        </a:defRPr>
      </a:lvl1pPr>
      <a:lvl2pPr marL="1702979" indent="-567660" algn="l" defTabSz="2270638" rtl="0" eaLnBrk="1" latinLnBrk="0" hangingPunct="1">
        <a:lnSpc>
          <a:spcPct val="90000"/>
        </a:lnSpc>
        <a:spcBef>
          <a:spcPts val="1242"/>
        </a:spcBef>
        <a:buFont typeface="Arial" panose="020B0604020202020204" pitchFamily="34" charset="0"/>
        <a:buChar char="•"/>
        <a:defRPr sz="5960" kern="1200">
          <a:solidFill>
            <a:schemeClr val="tx1"/>
          </a:solidFill>
          <a:latin typeface="+mn-lt"/>
          <a:ea typeface="+mn-ea"/>
          <a:cs typeface="+mn-cs"/>
        </a:defRPr>
      </a:lvl2pPr>
      <a:lvl3pPr marL="2838298" indent="-567660" algn="l" defTabSz="2270638" rtl="0" eaLnBrk="1" latinLnBrk="0" hangingPunct="1">
        <a:lnSpc>
          <a:spcPct val="90000"/>
        </a:lnSpc>
        <a:spcBef>
          <a:spcPts val="1242"/>
        </a:spcBef>
        <a:buFont typeface="Arial" panose="020B0604020202020204" pitchFamily="34" charset="0"/>
        <a:buChar char="•"/>
        <a:defRPr sz="4966" kern="1200">
          <a:solidFill>
            <a:schemeClr val="tx1"/>
          </a:solidFill>
          <a:latin typeface="+mn-lt"/>
          <a:ea typeface="+mn-ea"/>
          <a:cs typeface="+mn-cs"/>
        </a:defRPr>
      </a:lvl3pPr>
      <a:lvl4pPr marL="3973617"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4pPr>
      <a:lvl5pPr marL="5108936"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5pPr>
      <a:lvl6pPr marL="6244255"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6pPr>
      <a:lvl7pPr marL="7379574"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7pPr>
      <a:lvl8pPr marL="8514893"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8pPr>
      <a:lvl9pPr marL="9650212"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9pPr>
    </p:bodyStyle>
    <p:otherStyle>
      <a:defPPr>
        <a:defRPr lang="en-US"/>
      </a:defPPr>
      <a:lvl1pPr marL="0" algn="l" defTabSz="2270638" rtl="0" eaLnBrk="1" latinLnBrk="0" hangingPunct="1">
        <a:defRPr sz="4470" kern="1200">
          <a:solidFill>
            <a:schemeClr val="tx1"/>
          </a:solidFill>
          <a:latin typeface="+mn-lt"/>
          <a:ea typeface="+mn-ea"/>
          <a:cs typeface="+mn-cs"/>
        </a:defRPr>
      </a:lvl1pPr>
      <a:lvl2pPr marL="1135319" algn="l" defTabSz="2270638" rtl="0" eaLnBrk="1" latinLnBrk="0" hangingPunct="1">
        <a:defRPr sz="4470" kern="1200">
          <a:solidFill>
            <a:schemeClr val="tx1"/>
          </a:solidFill>
          <a:latin typeface="+mn-lt"/>
          <a:ea typeface="+mn-ea"/>
          <a:cs typeface="+mn-cs"/>
        </a:defRPr>
      </a:lvl2pPr>
      <a:lvl3pPr marL="2270638" algn="l" defTabSz="2270638" rtl="0" eaLnBrk="1" latinLnBrk="0" hangingPunct="1">
        <a:defRPr sz="4470" kern="1200">
          <a:solidFill>
            <a:schemeClr val="tx1"/>
          </a:solidFill>
          <a:latin typeface="+mn-lt"/>
          <a:ea typeface="+mn-ea"/>
          <a:cs typeface="+mn-cs"/>
        </a:defRPr>
      </a:lvl3pPr>
      <a:lvl4pPr marL="3405957" algn="l" defTabSz="2270638" rtl="0" eaLnBrk="1" latinLnBrk="0" hangingPunct="1">
        <a:defRPr sz="4470" kern="1200">
          <a:solidFill>
            <a:schemeClr val="tx1"/>
          </a:solidFill>
          <a:latin typeface="+mn-lt"/>
          <a:ea typeface="+mn-ea"/>
          <a:cs typeface="+mn-cs"/>
        </a:defRPr>
      </a:lvl4pPr>
      <a:lvl5pPr marL="4541276" algn="l" defTabSz="2270638" rtl="0" eaLnBrk="1" latinLnBrk="0" hangingPunct="1">
        <a:defRPr sz="4470" kern="1200">
          <a:solidFill>
            <a:schemeClr val="tx1"/>
          </a:solidFill>
          <a:latin typeface="+mn-lt"/>
          <a:ea typeface="+mn-ea"/>
          <a:cs typeface="+mn-cs"/>
        </a:defRPr>
      </a:lvl5pPr>
      <a:lvl6pPr marL="5676595" algn="l" defTabSz="2270638" rtl="0" eaLnBrk="1" latinLnBrk="0" hangingPunct="1">
        <a:defRPr sz="4470" kern="1200">
          <a:solidFill>
            <a:schemeClr val="tx1"/>
          </a:solidFill>
          <a:latin typeface="+mn-lt"/>
          <a:ea typeface="+mn-ea"/>
          <a:cs typeface="+mn-cs"/>
        </a:defRPr>
      </a:lvl6pPr>
      <a:lvl7pPr marL="6811914" algn="l" defTabSz="2270638" rtl="0" eaLnBrk="1" latinLnBrk="0" hangingPunct="1">
        <a:defRPr sz="4470" kern="1200">
          <a:solidFill>
            <a:schemeClr val="tx1"/>
          </a:solidFill>
          <a:latin typeface="+mn-lt"/>
          <a:ea typeface="+mn-ea"/>
          <a:cs typeface="+mn-cs"/>
        </a:defRPr>
      </a:lvl7pPr>
      <a:lvl8pPr marL="7947233" algn="l" defTabSz="2270638" rtl="0" eaLnBrk="1" latinLnBrk="0" hangingPunct="1">
        <a:defRPr sz="4470" kern="1200">
          <a:solidFill>
            <a:schemeClr val="tx1"/>
          </a:solidFill>
          <a:latin typeface="+mn-lt"/>
          <a:ea typeface="+mn-ea"/>
          <a:cs typeface="+mn-cs"/>
        </a:defRPr>
      </a:lvl8pPr>
      <a:lvl9pPr marL="9082552" algn="l" defTabSz="2270638" rtl="0" eaLnBrk="1" latinLnBrk="0" hangingPunct="1">
        <a:defRPr sz="44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C00DE77B-220B-7C90-BD26-40381BDFE66A}"/>
              </a:ext>
            </a:extLst>
          </p:cNvPr>
          <p:cNvSpPr/>
          <p:nvPr/>
        </p:nvSpPr>
        <p:spPr>
          <a:xfrm>
            <a:off x="447675" y="11177952"/>
            <a:ext cx="11791217" cy="973894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559F5E1-8FFE-4CA6-9E2E-8FF7CBE63227}"/>
              </a:ext>
            </a:extLst>
          </p:cNvPr>
          <p:cNvSpPr/>
          <p:nvPr/>
        </p:nvSpPr>
        <p:spPr>
          <a:xfrm>
            <a:off x="0" y="0"/>
            <a:ext cx="30275213" cy="318633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6005A11B-AA23-1ED2-DB07-3B743C4AD66C}"/>
              </a:ext>
            </a:extLst>
          </p:cNvPr>
          <p:cNvSpPr txBox="1"/>
          <p:nvPr/>
        </p:nvSpPr>
        <p:spPr>
          <a:xfrm>
            <a:off x="491943" y="296347"/>
            <a:ext cx="25393972" cy="1323439"/>
          </a:xfrm>
          <a:prstGeom prst="rect">
            <a:avLst/>
          </a:prstGeom>
          <a:noFill/>
        </p:spPr>
        <p:txBody>
          <a:bodyPr wrap="square" rtlCol="0">
            <a:spAutoFit/>
          </a:bodyPr>
          <a:lstStyle/>
          <a:p>
            <a:r>
              <a:rPr lang="en-US" sz="8000" b="1" dirty="0">
                <a:latin typeface="Roboto" panose="02000000000000000000" pitchFamily="2" charset="0"/>
                <a:ea typeface="Roboto" panose="02000000000000000000" pitchFamily="2" charset="0"/>
              </a:rPr>
              <a:t>AI in Mental Health : Detecting Early Signs of Instability</a:t>
            </a:r>
          </a:p>
        </p:txBody>
      </p:sp>
      <p:sp>
        <p:nvSpPr>
          <p:cNvPr id="21" name="TextBox 20">
            <a:extLst>
              <a:ext uri="{FF2B5EF4-FFF2-40B4-BE49-F238E27FC236}">
                <a16:creationId xmlns:a16="http://schemas.microsoft.com/office/drawing/2014/main" id="{D7E9C173-CE98-E0F1-E61F-E2B13CD12099}"/>
              </a:ext>
            </a:extLst>
          </p:cNvPr>
          <p:cNvSpPr txBox="1"/>
          <p:nvPr/>
        </p:nvSpPr>
        <p:spPr>
          <a:xfrm>
            <a:off x="592131" y="1619786"/>
            <a:ext cx="20976792" cy="1384995"/>
          </a:xfrm>
          <a:prstGeom prst="rect">
            <a:avLst/>
          </a:prstGeom>
          <a:noFill/>
        </p:spPr>
        <p:txBody>
          <a:bodyPr wrap="square" rtlCol="0">
            <a:spAutoFit/>
          </a:bodyPr>
          <a:lstStyle/>
          <a:p>
            <a:r>
              <a:rPr lang="en-US" sz="2800" dirty="0">
                <a:latin typeface="Roboto" panose="02000000000000000000" pitchFamily="2" charset="0"/>
                <a:ea typeface="Roboto" panose="02000000000000000000" pitchFamily="2" charset="0"/>
              </a:rPr>
              <a:t>Team:			B. Sai Charan	2203A51400</a:t>
            </a:r>
          </a:p>
          <a:p>
            <a:r>
              <a:rPr lang="en-US" sz="2800" dirty="0">
                <a:latin typeface="Roboto" panose="02000000000000000000" pitchFamily="2" charset="0"/>
                <a:ea typeface="Roboto" panose="02000000000000000000" pitchFamily="2" charset="0"/>
              </a:rPr>
              <a:t>K. Deepak	   2303A51LB6		M. Anil	2303A51LA1	</a:t>
            </a:r>
          </a:p>
          <a:p>
            <a:r>
              <a:rPr lang="en-US" sz="2800" dirty="0">
                <a:latin typeface="Roboto" panose="02000000000000000000" pitchFamily="2" charset="0"/>
                <a:ea typeface="Roboto" panose="02000000000000000000" pitchFamily="2" charset="0"/>
              </a:rPr>
              <a:t>M. Pavan Kumar 2303A51LC0		B. Nithin	2303A51LA6</a:t>
            </a:r>
          </a:p>
        </p:txBody>
      </p:sp>
      <p:sp>
        <p:nvSpPr>
          <p:cNvPr id="22" name="Rectangle 21">
            <a:extLst>
              <a:ext uri="{FF2B5EF4-FFF2-40B4-BE49-F238E27FC236}">
                <a16:creationId xmlns:a16="http://schemas.microsoft.com/office/drawing/2014/main" id="{E237A6BB-7AD1-ACC4-8F55-A3DABD6E5852}"/>
              </a:ext>
            </a:extLst>
          </p:cNvPr>
          <p:cNvSpPr/>
          <p:nvPr/>
        </p:nvSpPr>
        <p:spPr>
          <a:xfrm>
            <a:off x="335206" y="3543646"/>
            <a:ext cx="11791217" cy="7215920"/>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16733866-3CC9-FE0D-658B-2C92C7017AED}"/>
              </a:ext>
            </a:extLst>
          </p:cNvPr>
          <p:cNvSpPr txBox="1"/>
          <p:nvPr/>
        </p:nvSpPr>
        <p:spPr>
          <a:xfrm>
            <a:off x="808889" y="3669510"/>
            <a:ext cx="6236411" cy="707886"/>
          </a:xfrm>
          <a:prstGeom prst="rect">
            <a:avLst/>
          </a:prstGeom>
          <a:noFill/>
        </p:spPr>
        <p:txBody>
          <a:bodyPr wrap="square" rtlCol="0">
            <a:spAutoFit/>
          </a:bodyPr>
          <a:lstStyle/>
          <a:p>
            <a:r>
              <a:rPr lang="en-US" sz="4000" dirty="0">
                <a:solidFill>
                  <a:schemeClr val="accent1"/>
                </a:solidFill>
                <a:latin typeface="Roboto" panose="02000000000000000000" pitchFamily="2" charset="0"/>
                <a:ea typeface="Roboto" panose="02000000000000000000" pitchFamily="2" charset="0"/>
              </a:rPr>
              <a:t>INTRODUCTION</a:t>
            </a:r>
          </a:p>
        </p:txBody>
      </p:sp>
      <p:sp>
        <p:nvSpPr>
          <p:cNvPr id="25" name="TextBox 24">
            <a:extLst>
              <a:ext uri="{FF2B5EF4-FFF2-40B4-BE49-F238E27FC236}">
                <a16:creationId xmlns:a16="http://schemas.microsoft.com/office/drawing/2014/main" id="{7DCE9D50-0173-5934-B585-A6270F943100}"/>
              </a:ext>
            </a:extLst>
          </p:cNvPr>
          <p:cNvSpPr txBox="1"/>
          <p:nvPr/>
        </p:nvSpPr>
        <p:spPr>
          <a:xfrm>
            <a:off x="810323" y="4351128"/>
            <a:ext cx="10961080" cy="1938992"/>
          </a:xfrm>
          <a:prstGeom prst="rect">
            <a:avLst/>
          </a:prstGeom>
          <a:noFill/>
        </p:spPr>
        <p:txBody>
          <a:bodyPr wrap="square">
            <a:spAutoFit/>
          </a:bodyPr>
          <a:lstStyle/>
          <a:p>
            <a:pPr algn="just"/>
            <a:r>
              <a:rPr lang="en-US" sz="2400" dirty="0"/>
              <a:t>Anxiety, stress and depression are increasing throughout most of the world. It is hard for early detection because of the subjective pericopes and limited specialist contact. We utilized Artificial Intelligence (AI) and Machine Learning to predict behavior which could possibly indicate mental infibulation by collecting information using a survey with the demonstration kept confidential.</a:t>
            </a:r>
            <a:endParaRPr lang="en-US" sz="2400" dirty="0">
              <a:latin typeface="Roboto" panose="02000000000000000000" pitchFamily="2" charset="0"/>
              <a:ea typeface="Roboto" panose="02000000000000000000" pitchFamily="2" charset="0"/>
            </a:endParaRPr>
          </a:p>
        </p:txBody>
      </p:sp>
      <p:sp>
        <p:nvSpPr>
          <p:cNvPr id="36" name="TextBox 35">
            <a:extLst>
              <a:ext uri="{FF2B5EF4-FFF2-40B4-BE49-F238E27FC236}">
                <a16:creationId xmlns:a16="http://schemas.microsoft.com/office/drawing/2014/main" id="{9A3E3553-6674-3021-2412-4E7DA7432491}"/>
              </a:ext>
            </a:extLst>
          </p:cNvPr>
          <p:cNvSpPr txBox="1"/>
          <p:nvPr/>
        </p:nvSpPr>
        <p:spPr>
          <a:xfrm>
            <a:off x="808889" y="11371571"/>
            <a:ext cx="6236411" cy="707886"/>
          </a:xfrm>
          <a:prstGeom prst="rect">
            <a:avLst/>
          </a:prstGeom>
          <a:noFill/>
        </p:spPr>
        <p:txBody>
          <a:bodyPr wrap="square" rtlCol="0">
            <a:spAutoFit/>
          </a:bodyPr>
          <a:lstStyle/>
          <a:p>
            <a:r>
              <a:rPr lang="en-US" sz="4000" dirty="0">
                <a:solidFill>
                  <a:schemeClr val="accent1"/>
                </a:solidFill>
                <a:latin typeface="Roboto" panose="02000000000000000000" pitchFamily="2" charset="0"/>
                <a:ea typeface="Roboto" panose="02000000000000000000" pitchFamily="2" charset="0"/>
              </a:rPr>
              <a:t>METHODS</a:t>
            </a:r>
          </a:p>
        </p:txBody>
      </p:sp>
      <p:pic>
        <p:nvPicPr>
          <p:cNvPr id="66" name="Graphic 65" descr="Germ outline">
            <a:extLst>
              <a:ext uri="{FF2B5EF4-FFF2-40B4-BE49-F238E27FC236}">
                <a16:creationId xmlns:a16="http://schemas.microsoft.com/office/drawing/2014/main" id="{D3747225-105F-D890-504B-981A32DBD5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05267" y="12870531"/>
            <a:ext cx="914400" cy="914400"/>
          </a:xfrm>
          <a:prstGeom prst="rect">
            <a:avLst/>
          </a:prstGeom>
        </p:spPr>
      </p:pic>
      <p:pic>
        <p:nvPicPr>
          <p:cNvPr id="70" name="Graphic 69" descr="Immunity outline">
            <a:extLst>
              <a:ext uri="{FF2B5EF4-FFF2-40B4-BE49-F238E27FC236}">
                <a16:creationId xmlns:a16="http://schemas.microsoft.com/office/drawing/2014/main" id="{9D93233D-5DF2-B92F-AA1A-36A51377E0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46751" y="12870531"/>
            <a:ext cx="914400" cy="914400"/>
          </a:xfrm>
          <a:prstGeom prst="rect">
            <a:avLst/>
          </a:prstGeom>
        </p:spPr>
      </p:pic>
      <p:sp>
        <p:nvSpPr>
          <p:cNvPr id="77" name="TextBox 76">
            <a:extLst>
              <a:ext uri="{FF2B5EF4-FFF2-40B4-BE49-F238E27FC236}">
                <a16:creationId xmlns:a16="http://schemas.microsoft.com/office/drawing/2014/main" id="{0575814B-6BEB-64C1-C581-B91523197F50}"/>
              </a:ext>
            </a:extLst>
          </p:cNvPr>
          <p:cNvSpPr txBox="1"/>
          <p:nvPr/>
        </p:nvSpPr>
        <p:spPr>
          <a:xfrm>
            <a:off x="447675" y="14569666"/>
            <a:ext cx="11686110" cy="3416320"/>
          </a:xfrm>
          <a:prstGeom prst="rect">
            <a:avLst/>
          </a:prstGeom>
          <a:noFill/>
        </p:spPr>
        <p:txBody>
          <a:bodyPr wrap="square" numCol="1" spcCol="180000">
            <a:spAutoFit/>
          </a:bodyPr>
          <a:lstStyle/>
          <a:p>
            <a:pPr marL="457200" indent="-457200" algn="just">
              <a:buAutoNum type="arabicPeriod"/>
            </a:pPr>
            <a:r>
              <a:rPr lang="en-US" sz="2400" dirty="0"/>
              <a:t>Dataset: The Mental Health Dataset (Kaggle), including demographic and behavioral data.</a:t>
            </a:r>
          </a:p>
          <a:p>
            <a:pPr marL="457200" indent="-457200" algn="just">
              <a:buAutoNum type="arabicPeriod"/>
            </a:pPr>
            <a:r>
              <a:rPr lang="en-US" sz="2400" dirty="0"/>
              <a:t>Data Preprocessing: Dealing with missing data, encoding categorical features, Standard Scaling.</a:t>
            </a:r>
          </a:p>
          <a:p>
            <a:pPr marL="457200" indent="-457200" algn="just">
              <a:buAutoNum type="arabicPeriod"/>
            </a:pPr>
            <a:r>
              <a:rPr lang="en-US" sz="2400" dirty="0"/>
              <a:t>Train Models: Decision Tree, Gradient Boosting, Logistic Regression, Light GBM, XG Boost.</a:t>
            </a:r>
          </a:p>
          <a:p>
            <a:pPr marL="457200" indent="-457200" algn="just">
              <a:buAutoNum type="arabicPeriod"/>
            </a:pPr>
            <a:r>
              <a:rPr lang="en-US" sz="2400" dirty="0"/>
              <a:t>Ensemble Learning: Voting Classifier to enhance the prediction.</a:t>
            </a:r>
          </a:p>
          <a:p>
            <a:pPr marL="457200" indent="-457200" algn="just">
              <a:buAutoNum type="arabicPeriod"/>
            </a:pPr>
            <a:r>
              <a:rPr lang="en-US" sz="2400" dirty="0"/>
              <a:t>Results: Four hundred seventy-four sentences were selected as the gold-standard dataset (Accuracy, Precision, Recall and F1-score).</a:t>
            </a:r>
          </a:p>
        </p:txBody>
      </p:sp>
      <p:sp>
        <p:nvSpPr>
          <p:cNvPr id="78" name="Rectangle 77">
            <a:extLst>
              <a:ext uri="{FF2B5EF4-FFF2-40B4-BE49-F238E27FC236}">
                <a16:creationId xmlns:a16="http://schemas.microsoft.com/office/drawing/2014/main" id="{0BD045E8-0263-BE92-B076-2F84C81C9560}"/>
              </a:ext>
            </a:extLst>
          </p:cNvPr>
          <p:cNvSpPr/>
          <p:nvPr/>
        </p:nvSpPr>
        <p:spPr>
          <a:xfrm>
            <a:off x="12721721" y="3475892"/>
            <a:ext cx="17105817" cy="7215920"/>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4752709A-F5F1-6AFC-BD94-7E66F766A031}"/>
              </a:ext>
            </a:extLst>
          </p:cNvPr>
          <p:cNvSpPr txBox="1"/>
          <p:nvPr/>
        </p:nvSpPr>
        <p:spPr>
          <a:xfrm>
            <a:off x="13082935" y="3669510"/>
            <a:ext cx="6236411" cy="707886"/>
          </a:xfrm>
          <a:prstGeom prst="rect">
            <a:avLst/>
          </a:prstGeom>
          <a:noFill/>
        </p:spPr>
        <p:txBody>
          <a:bodyPr wrap="square" rtlCol="0">
            <a:spAutoFit/>
          </a:bodyPr>
          <a:lstStyle/>
          <a:p>
            <a:r>
              <a:rPr lang="en-US" sz="4000" dirty="0">
                <a:solidFill>
                  <a:schemeClr val="accent1"/>
                </a:solidFill>
                <a:latin typeface="Roboto" panose="02000000000000000000" pitchFamily="2" charset="0"/>
                <a:ea typeface="Roboto" panose="02000000000000000000" pitchFamily="2" charset="0"/>
              </a:rPr>
              <a:t>RESULTS</a:t>
            </a:r>
          </a:p>
        </p:txBody>
      </p:sp>
      <p:sp>
        <p:nvSpPr>
          <p:cNvPr id="80" name="Rectangle 79">
            <a:extLst>
              <a:ext uri="{FF2B5EF4-FFF2-40B4-BE49-F238E27FC236}">
                <a16:creationId xmlns:a16="http://schemas.microsoft.com/office/drawing/2014/main" id="{E529C46F-DB8B-27FD-7AED-7F013C5CC89A}"/>
              </a:ext>
            </a:extLst>
          </p:cNvPr>
          <p:cNvSpPr/>
          <p:nvPr/>
        </p:nvSpPr>
        <p:spPr>
          <a:xfrm>
            <a:off x="12721721" y="11177953"/>
            <a:ext cx="7488863" cy="973894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A3EC1894-A296-0E14-1C43-2CEB27B89B99}"/>
              </a:ext>
            </a:extLst>
          </p:cNvPr>
          <p:cNvSpPr txBox="1"/>
          <p:nvPr/>
        </p:nvSpPr>
        <p:spPr>
          <a:xfrm>
            <a:off x="13082935" y="11371572"/>
            <a:ext cx="6236411" cy="707886"/>
          </a:xfrm>
          <a:prstGeom prst="rect">
            <a:avLst/>
          </a:prstGeom>
          <a:noFill/>
        </p:spPr>
        <p:txBody>
          <a:bodyPr wrap="square" rtlCol="0">
            <a:spAutoFit/>
          </a:bodyPr>
          <a:lstStyle/>
          <a:p>
            <a:r>
              <a:rPr lang="en-US" sz="4000" dirty="0">
                <a:solidFill>
                  <a:schemeClr val="accent1"/>
                </a:solidFill>
                <a:latin typeface="Roboto" panose="02000000000000000000" pitchFamily="2" charset="0"/>
                <a:ea typeface="Roboto" panose="02000000000000000000" pitchFamily="2" charset="0"/>
              </a:rPr>
              <a:t>CONCLUSION</a:t>
            </a:r>
          </a:p>
        </p:txBody>
      </p:sp>
      <p:sp>
        <p:nvSpPr>
          <p:cNvPr id="82" name="Rectangle 81">
            <a:extLst>
              <a:ext uri="{FF2B5EF4-FFF2-40B4-BE49-F238E27FC236}">
                <a16:creationId xmlns:a16="http://schemas.microsoft.com/office/drawing/2014/main" id="{61132B6E-B296-EA3C-A608-DC7CEBF889A5}"/>
              </a:ext>
            </a:extLst>
          </p:cNvPr>
          <p:cNvSpPr/>
          <p:nvPr/>
        </p:nvSpPr>
        <p:spPr>
          <a:xfrm>
            <a:off x="20693413" y="11216161"/>
            <a:ext cx="9134125" cy="973894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6D140FF3-605D-538C-3BED-2BE19697C64A}"/>
              </a:ext>
            </a:extLst>
          </p:cNvPr>
          <p:cNvSpPr txBox="1"/>
          <p:nvPr/>
        </p:nvSpPr>
        <p:spPr>
          <a:xfrm>
            <a:off x="21054627" y="11409780"/>
            <a:ext cx="6236411" cy="707886"/>
          </a:xfrm>
          <a:prstGeom prst="rect">
            <a:avLst/>
          </a:prstGeom>
          <a:noFill/>
        </p:spPr>
        <p:txBody>
          <a:bodyPr wrap="square" rtlCol="0">
            <a:spAutoFit/>
          </a:bodyPr>
          <a:lstStyle/>
          <a:p>
            <a:r>
              <a:rPr lang="en-US" sz="4000" dirty="0">
                <a:solidFill>
                  <a:schemeClr val="accent1"/>
                </a:solidFill>
                <a:latin typeface="Roboto" panose="02000000000000000000" pitchFamily="2" charset="0"/>
                <a:ea typeface="Roboto" panose="02000000000000000000" pitchFamily="2" charset="0"/>
              </a:rPr>
              <a:t>DISCUSSION</a:t>
            </a:r>
          </a:p>
        </p:txBody>
      </p:sp>
      <p:sp>
        <p:nvSpPr>
          <p:cNvPr id="87" name="TextBox 86">
            <a:extLst>
              <a:ext uri="{FF2B5EF4-FFF2-40B4-BE49-F238E27FC236}">
                <a16:creationId xmlns:a16="http://schemas.microsoft.com/office/drawing/2014/main" id="{7248E5EF-E9BA-8B2C-D035-1A0B83AD08FE}"/>
              </a:ext>
            </a:extLst>
          </p:cNvPr>
          <p:cNvSpPr txBox="1"/>
          <p:nvPr/>
        </p:nvSpPr>
        <p:spPr>
          <a:xfrm>
            <a:off x="13082934" y="4377396"/>
            <a:ext cx="16576451" cy="1569660"/>
          </a:xfrm>
          <a:prstGeom prst="rect">
            <a:avLst/>
          </a:prstGeom>
          <a:noFill/>
        </p:spPr>
        <p:txBody>
          <a:bodyPr wrap="square">
            <a:spAutoFit/>
          </a:bodyPr>
          <a:lstStyle/>
          <a:p>
            <a:pPr algn="just"/>
            <a:r>
              <a:rPr lang="en-US" sz="2400" dirty="0"/>
              <a:t>The bagging classifier Voting Classifier did better in predicting early symptoms on mental instability with </a:t>
            </a:r>
            <a:r>
              <a:rPr lang="en-US" sz="2400"/>
              <a:t>an accuracy </a:t>
            </a:r>
            <a:r>
              <a:rPr lang="en-US" sz="2400" dirty="0"/>
              <a:t>of over 90%. The concatenated model was superior to single classifiers such as Decision Tree and Gradient Boosting in precision, recall, and F1-score. Our experiments showed the improvements by being more reliable, better generalization on unseen data and decreasing the number of false positives.</a:t>
            </a:r>
            <a:endParaRPr lang="en-US" sz="2400" dirty="0">
              <a:latin typeface="Roboto" panose="02000000000000000000" pitchFamily="2" charset="0"/>
              <a:ea typeface="Roboto" panose="02000000000000000000" pitchFamily="2" charset="0"/>
            </a:endParaRPr>
          </a:p>
        </p:txBody>
      </p:sp>
      <p:sp>
        <p:nvSpPr>
          <p:cNvPr id="89" name="TextBox 88">
            <a:extLst>
              <a:ext uri="{FF2B5EF4-FFF2-40B4-BE49-F238E27FC236}">
                <a16:creationId xmlns:a16="http://schemas.microsoft.com/office/drawing/2014/main" id="{EE48D742-D008-84AA-99D1-50C4CD86F644}"/>
              </a:ext>
            </a:extLst>
          </p:cNvPr>
          <p:cNvSpPr txBox="1"/>
          <p:nvPr/>
        </p:nvSpPr>
        <p:spPr>
          <a:xfrm>
            <a:off x="21673111" y="6250706"/>
            <a:ext cx="8049227" cy="2677656"/>
          </a:xfrm>
          <a:prstGeom prst="rect">
            <a:avLst/>
          </a:prstGeom>
          <a:noFill/>
        </p:spPr>
        <p:txBody>
          <a:bodyPr wrap="square">
            <a:spAutoFit/>
          </a:bodyPr>
          <a:lstStyle/>
          <a:p>
            <a:pPr algn="just"/>
            <a:r>
              <a:rPr lang="en-US" sz="2400" dirty="0"/>
              <a:t>The feature importance analysis showed that work stress, family history, and treatment availability contributed the most to the predictions. The ensemble model provided a trade-off between all the evaluation metrics which, in turn, supported its efficiency for mental health risk prediction. In conclusion, the system was able to provide reliable and reproducible results for applications in real life.</a:t>
            </a:r>
            <a:endParaRPr lang="en-US" sz="2400" dirty="0">
              <a:solidFill>
                <a:srgbClr val="000000"/>
              </a:solidFill>
              <a:latin typeface="Roboto" panose="02000000000000000000" pitchFamily="2" charset="0"/>
              <a:ea typeface="Roboto" panose="02000000000000000000" pitchFamily="2" charset="0"/>
            </a:endParaRPr>
          </a:p>
        </p:txBody>
      </p:sp>
      <p:sp>
        <p:nvSpPr>
          <p:cNvPr id="92" name="TextBox 91">
            <a:extLst>
              <a:ext uri="{FF2B5EF4-FFF2-40B4-BE49-F238E27FC236}">
                <a16:creationId xmlns:a16="http://schemas.microsoft.com/office/drawing/2014/main" id="{444339FA-B340-27B1-9D13-44A652F86804}"/>
              </a:ext>
            </a:extLst>
          </p:cNvPr>
          <p:cNvSpPr txBox="1"/>
          <p:nvPr/>
        </p:nvSpPr>
        <p:spPr>
          <a:xfrm>
            <a:off x="13082934" y="14643318"/>
            <a:ext cx="6778490" cy="6370975"/>
          </a:xfrm>
          <a:prstGeom prst="rect">
            <a:avLst/>
          </a:prstGeom>
          <a:noFill/>
        </p:spPr>
        <p:txBody>
          <a:bodyPr wrap="square">
            <a:spAutoFit/>
          </a:bodyPr>
          <a:lstStyle/>
          <a:p>
            <a:r>
              <a:rPr lang="en-US" sz="2400" dirty="0"/>
              <a:t>The system effectively detects early signs of mental instability using AI-based ensemble models with high accuracy and strong privacy protection. It offers a scalable and non-invasive solution suitable for healthcare, workplaces, and educational institutions. By combining multiple machine learning techniques, it enhances reliability and reduces false predictions.</a:t>
            </a:r>
            <a:br>
              <a:rPr lang="en-US" sz="2400" dirty="0"/>
            </a:br>
            <a:r>
              <a:rPr lang="en-US" sz="2400" dirty="0"/>
              <a:t>Future advancements, such as deep learning integration and wearable sensor data, can further improve real-time monitoring, personalized feedback, and timely mental health intervention.</a:t>
            </a:r>
            <a:br>
              <a:rPr lang="en-US" sz="2400" dirty="0"/>
            </a:br>
            <a:r>
              <a:rPr lang="en-US" sz="2400" dirty="0"/>
              <a:t>The project also promotes early awareness and self-assessment, encouraging individuals to seek help before conditions worsen. Ultimately, it contributes to building a proactive and data-driven approach to mental wellness management.</a:t>
            </a:r>
          </a:p>
        </p:txBody>
      </p:sp>
      <p:sp>
        <p:nvSpPr>
          <p:cNvPr id="94" name="TextBox 93">
            <a:extLst>
              <a:ext uri="{FF2B5EF4-FFF2-40B4-BE49-F238E27FC236}">
                <a16:creationId xmlns:a16="http://schemas.microsoft.com/office/drawing/2014/main" id="{A4BF6E72-2FF4-0104-C88A-FDBA89D0E0E4}"/>
              </a:ext>
            </a:extLst>
          </p:cNvPr>
          <p:cNvSpPr txBox="1"/>
          <p:nvPr/>
        </p:nvSpPr>
        <p:spPr>
          <a:xfrm>
            <a:off x="21054627" y="12420419"/>
            <a:ext cx="8376789" cy="7478970"/>
          </a:xfrm>
          <a:prstGeom prst="rect">
            <a:avLst/>
          </a:prstGeom>
          <a:noFill/>
        </p:spPr>
        <p:txBody>
          <a:bodyPr wrap="square">
            <a:spAutoFit/>
          </a:bodyPr>
          <a:lstStyle/>
          <a:p>
            <a:r>
              <a:rPr lang="en-US" sz="2400" dirty="0"/>
              <a:t>The initiative is a testament to the capabilities of AI in dealing with mental health issues. The collective model increased intelligibility and dependability. Future plans involve using LSTM text models and IoT tools to monitor in real time. The outcomes of the proposed system illustrate that high-level insights can be revealed from data-driven analysis for discovering </a:t>
            </a:r>
            <a:r>
              <a:rPr lang="en-US" sz="2400"/>
              <a:t>latent demeanor </a:t>
            </a:r>
            <a:r>
              <a:rPr lang="en-US" sz="2400" dirty="0"/>
              <a:t>variables associated with FEP. It is a link between psychological study and computational intelligence offering advantages of more objective estimates. The project also advocates for ethical AI usage, to protect privacy of data and fairness of prediction results. Emotional also lays the groundwork for building smart, real-time support systems that engender mental wellness at scale. The work also advocates the application of explainable AI methods such that predictions can be more transparent and can be trusted. Increasing its diversity with different population group can improve the generalization of the model and bring it bias down. Ultimately, this framework could grow into a worldwide digital mental health platform combining clinical knowledge with AI driven-predictions.</a:t>
            </a:r>
          </a:p>
        </p:txBody>
      </p:sp>
      <p:pic>
        <p:nvPicPr>
          <p:cNvPr id="1030" name="Picture 6" descr="SR University">
            <a:extLst>
              <a:ext uri="{FF2B5EF4-FFF2-40B4-BE49-F238E27FC236}">
                <a16:creationId xmlns:a16="http://schemas.microsoft.com/office/drawing/2014/main" id="{63B0C527-6964-FC58-7042-E9834E6CA16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56371" b="-12294"/>
          <a:stretch>
            <a:fillRect/>
          </a:stretch>
        </p:blipFill>
        <p:spPr bwMode="auto">
          <a:xfrm>
            <a:off x="26237694" y="907599"/>
            <a:ext cx="3685740" cy="1406899"/>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a:extLst>
              <a:ext uri="{FF2B5EF4-FFF2-40B4-BE49-F238E27FC236}">
                <a16:creationId xmlns:a16="http://schemas.microsoft.com/office/drawing/2014/main" id="{E7FFD423-3F2D-F0FF-014C-BFA63F94281D}"/>
              </a:ext>
            </a:extLst>
          </p:cNvPr>
          <p:cNvSpPr/>
          <p:nvPr/>
        </p:nvSpPr>
        <p:spPr>
          <a:xfrm>
            <a:off x="569999" y="12079457"/>
            <a:ext cx="11563786" cy="2158082"/>
          </a:xfrm>
          <a:prstGeom prst="rect">
            <a:avLst/>
          </a:prstGeom>
          <a:solidFill>
            <a:srgbClr val="E7EF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a:extLst>
              <a:ext uri="{FF2B5EF4-FFF2-40B4-BE49-F238E27FC236}">
                <a16:creationId xmlns:a16="http://schemas.microsoft.com/office/drawing/2014/main" id="{56726029-930B-A73E-9394-19B37D17E4D2}"/>
              </a:ext>
            </a:extLst>
          </p:cNvPr>
          <p:cNvCxnSpPr/>
          <p:nvPr/>
        </p:nvCxnSpPr>
        <p:spPr>
          <a:xfrm flipH="1">
            <a:off x="16436340" y="13075920"/>
            <a:ext cx="739140" cy="709011"/>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AACA3510-7972-1481-FB5D-A2312473C9EC}"/>
              </a:ext>
            </a:extLst>
          </p:cNvPr>
          <p:cNvCxnSpPr/>
          <p:nvPr/>
        </p:nvCxnSpPr>
        <p:spPr>
          <a:xfrm>
            <a:off x="15994380" y="13068300"/>
            <a:ext cx="0" cy="716631"/>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FE8525B0-2852-2477-724B-51B9C3D118DD}"/>
              </a:ext>
            </a:extLst>
          </p:cNvPr>
          <p:cNvCxnSpPr/>
          <p:nvPr/>
        </p:nvCxnSpPr>
        <p:spPr>
          <a:xfrm>
            <a:off x="14782800" y="13075920"/>
            <a:ext cx="754380" cy="709011"/>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B8835DFC-D8C6-F49A-5E33-F03DD8F647E4}"/>
              </a:ext>
            </a:extLst>
          </p:cNvPr>
          <p:cNvPicPr>
            <a:picLocks noChangeAspect="1"/>
          </p:cNvPicPr>
          <p:nvPr/>
        </p:nvPicPr>
        <p:blipFill>
          <a:blip r:embed="rId7"/>
          <a:stretch>
            <a:fillRect/>
          </a:stretch>
        </p:blipFill>
        <p:spPr>
          <a:xfrm>
            <a:off x="592131" y="12117666"/>
            <a:ext cx="11541654" cy="2103598"/>
          </a:xfrm>
          <a:prstGeom prst="rect">
            <a:avLst/>
          </a:prstGeom>
        </p:spPr>
      </p:pic>
      <p:pic>
        <p:nvPicPr>
          <p:cNvPr id="14" name="Picture 13">
            <a:extLst>
              <a:ext uri="{FF2B5EF4-FFF2-40B4-BE49-F238E27FC236}">
                <a16:creationId xmlns:a16="http://schemas.microsoft.com/office/drawing/2014/main" id="{9704EAF7-FF52-9444-1A78-394417C2BFFD}"/>
              </a:ext>
            </a:extLst>
          </p:cNvPr>
          <p:cNvPicPr>
            <a:picLocks noChangeAspect="1"/>
          </p:cNvPicPr>
          <p:nvPr/>
        </p:nvPicPr>
        <p:blipFill>
          <a:blip r:embed="rId8"/>
          <a:stretch>
            <a:fillRect/>
          </a:stretch>
        </p:blipFill>
        <p:spPr>
          <a:xfrm>
            <a:off x="13081782" y="5993681"/>
            <a:ext cx="8591328" cy="4677308"/>
          </a:xfrm>
          <a:prstGeom prst="rect">
            <a:avLst/>
          </a:prstGeom>
        </p:spPr>
      </p:pic>
      <p:pic>
        <p:nvPicPr>
          <p:cNvPr id="16" name="Picture 15">
            <a:extLst>
              <a:ext uri="{FF2B5EF4-FFF2-40B4-BE49-F238E27FC236}">
                <a16:creationId xmlns:a16="http://schemas.microsoft.com/office/drawing/2014/main" id="{EDB55A46-C642-FBAF-D93F-BA9D1DB5E777}"/>
              </a:ext>
            </a:extLst>
          </p:cNvPr>
          <p:cNvPicPr>
            <a:picLocks noChangeAspect="1"/>
          </p:cNvPicPr>
          <p:nvPr/>
        </p:nvPicPr>
        <p:blipFill>
          <a:blip r:embed="rId9"/>
          <a:stretch>
            <a:fillRect/>
          </a:stretch>
        </p:blipFill>
        <p:spPr>
          <a:xfrm>
            <a:off x="13081782" y="11995367"/>
            <a:ext cx="6779642" cy="2386821"/>
          </a:xfrm>
          <a:prstGeom prst="rect">
            <a:avLst/>
          </a:prstGeom>
        </p:spPr>
      </p:pic>
      <p:pic>
        <p:nvPicPr>
          <p:cNvPr id="33" name="Picture 32">
            <a:extLst>
              <a:ext uri="{FF2B5EF4-FFF2-40B4-BE49-F238E27FC236}">
                <a16:creationId xmlns:a16="http://schemas.microsoft.com/office/drawing/2014/main" id="{CED13329-AA56-A7D0-0F69-F2CEE2C6661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13574" y="6708506"/>
            <a:ext cx="11634480" cy="3920333"/>
          </a:xfrm>
          <a:prstGeom prst="rect">
            <a:avLst/>
          </a:prstGeom>
        </p:spPr>
      </p:pic>
    </p:spTree>
    <p:extLst>
      <p:ext uri="{BB962C8B-B14F-4D97-AF65-F5344CB8AC3E}">
        <p14:creationId xmlns:p14="http://schemas.microsoft.com/office/powerpoint/2010/main" val="38692117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435</TotalTime>
  <Words>625</Words>
  <Application>Microsoft Office PowerPoint</Application>
  <PresentationFormat>Custom</PresentationFormat>
  <Paragraphs>19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Roboto</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Wu</dc:creator>
  <cp:lastModifiedBy>Deepak chary</cp:lastModifiedBy>
  <cp:revision>14</cp:revision>
  <dcterms:created xsi:type="dcterms:W3CDTF">2024-07-08T07:49:34Z</dcterms:created>
  <dcterms:modified xsi:type="dcterms:W3CDTF">2025-11-12T19:23:46Z</dcterms:modified>
</cp:coreProperties>
</file>